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다영 — XGBoost 변수조합 1차 결과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변수조합 5개(+검증용 1개) XGBoost 실행 결과 및 최적 2개 조합 제안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담당: 다영 · 사용 데이터: fraud_full_features.csv (나겸)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조건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비교를 위해 나겸님 XGBoost 세팅과 동일하게 맞춤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데이터: fraud_full_features.csv, 1,296,675건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분할: 랜덤이 아닌 시간순 80:20 (train 1,037,340 / test 259,335) — 미래 데이터 유출 방지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불균형: 정상:사기 = 172.8:1 → scale_pos_weight=172.8 적용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하이퍼파라미터: n_estimators=300, max_depth=6, learning_rate=0.05, subsample=0.8, colsample_bytree=0.8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평가지표: ROC-AUC, PR-AUC (불균형 데이터라 PR-AUC 우선 참고)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변수조합 5개 (+ baseline 검증용 1b)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3949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조합1 (baseline)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amt, age, trans_hour, category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raw 데이터만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조합1b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amt, age, trans_hour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조합1에서 category 제외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recent_24h_high_amt_count, Repeat3, high_speed, amt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몰아쓰기 × 속도(binned)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amt_zscore_card, customer_mean_amt, customer_transaction_count, category_recent_fraud_rate(+missing)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이례적소비 × 업종위험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is_online, risk_time_22_04, recent_24h_high_amt_count, amt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시간대위험 × 온라인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조합5 (옵션)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interact_repeat_category, amt, is_online, customer_transaction_count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압축 상호작용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비교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PR-AUC 기준 정렬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PR-AUC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조합1_baseline_raw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0.9984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0.8951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조합4_시간대위험x온라인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0.9933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0.8196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조합5_압축상호작용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0.9847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0.7440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조합2_몰아쓰기x속도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0.9868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0.7357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조합1b_raw(category 제외)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0.9848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0.5599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조합3_이례적소비x업종위험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0.9415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0.4219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조합1 vs 1b 비교 결과: category(업종) 원-핫 14개가 조합1 성능의 대부분을 만듦 → baseline에 category 포함 여부 팀 확인 필요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SHAP 해석 — 핵심 발견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조합이 어떤 근거로 예측하는지 확인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조합1·조합4 공통: amt(금액)가 가장 큰 영향, 이어서 시간대(trans_hour/risk_time_22_04)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is_online 방향 반전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오즈비는 3.11(위험↑)인데, recent_24h_high_amt_count·risk_time_22_04와 같이 넣으면 SHAP 방향이 반대(↓) — 강한 변수가 위험신호를 이미 흡수하기 때문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Repeat3 사실상 미사용, category_recent_fraud_rate_missing은 죽은 변수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Repeat3: 전체의 0.41%만 값이 있어 트리가 잘 안 씀 / missing: 14건(0.001%)뿐이라 영향력 계산 자체가 안 됨 → 최종 변수에서 제외 검토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연구 — 순위와 다른 이야기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거래(사기)를 6개 조합에 넣어 비교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거래: 17시, $140.03, food_dining, 카드 거래이력 5건(신규고객) — 실제 사기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예측확률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조합5_압축상호작용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95.1%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잡음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조합3_이례적소비x업종위험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93.8%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잡음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조합2_몰아쓰기x속도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36.2%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놓침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조합4_시간대위험x온라인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5.8%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놓침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조합1_baseline_raw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3.4%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놓침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7548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순위 1·2위(조합1·4)가 이 사기 유형을 둘 다 놓침. "고객 평소 패턴 대비 이례적인가"를 보는 조합3·5만 잡아냄.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조합1·4는 서로 다른 신호가 아니라 "같은 종류"의 신호(거래 자체의 절대적 특성)만 봄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및 제안 — 팀 논의 필요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"최적 2개", 성능만으로 뽑아도 될까?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기준(PR-AUC)만 보면: 조합1 + 조합4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문제: 사례 연구에서 봤듯 조합1·4는 같은 맹점(신규/저활동 고객의 위장 사기)을 공유함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제안: 성능 1위(조합1 또는 4) + 성격이 다른 조합(조합3 또는 5)을 묶는 방안 검토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절대적 특성(금액·시간) 탐지 + 고객별 이례성 탐지, 두 신호 유형을 다 포함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 사항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baseline(조합1)에 category 원-핫을 raw로 볼지 여부 — 결과가 크게 갈림(0.90 vs 0.56)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논의로 최종 2개 조합 확정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나겸(XGBoost) + 세진·민정(LightGBM) 각자 최적 2개와 합쳐 총 8개 후보군 완성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2차: 8개 후보군을 로지스틱회귀·랜덤포레스트·XGBoost·LightGBM 4개 모델로 전부 재검증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3차: 최종 모델 + 변수조합 선정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2026-08-06T16:34:41Z</dcterms:created>
  <dcterms:modified xsi:type="dcterms:W3CDTF">2026-08-06T16:34:41Z</dcterms:modified>
</cp:coreProperties>
</file>